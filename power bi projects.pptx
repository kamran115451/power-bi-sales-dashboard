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7"/>
  </p:handoutMasterIdLst>
  <p:sldIdLst>
    <p:sldId id="257" r:id="rId2"/>
    <p:sldId id="260" r:id="rId3"/>
    <p:sldId id="256" r:id="rId4"/>
    <p:sldId id="259" r:id="rId5"/>
    <p:sldId id="261" r:id="rId6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26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97974C-36C9-4535-8C54-FBDA19B49F3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F1CDB-78BC-41B5-90BA-562E5BD61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554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BFBB-846B-4A4C-ABDD-98AA6255E66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E241-66A4-4B56-BE2B-0C831D941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23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BFBB-846B-4A4C-ABDD-98AA6255E66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E241-66A4-4B56-BE2B-0C831D941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214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BFBB-846B-4A4C-ABDD-98AA6255E66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E241-66A4-4B56-BE2B-0C831D941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09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BFBB-846B-4A4C-ABDD-98AA6255E66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E241-66A4-4B56-BE2B-0C831D941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208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BFBB-846B-4A4C-ABDD-98AA6255E66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E241-66A4-4B56-BE2B-0C831D941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15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BFBB-846B-4A4C-ABDD-98AA6255E66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E241-66A4-4B56-BE2B-0C831D941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889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BFBB-846B-4A4C-ABDD-98AA6255E66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E241-66A4-4B56-BE2B-0C831D941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5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BFBB-846B-4A4C-ABDD-98AA6255E66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E241-66A4-4B56-BE2B-0C831D941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0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BFBB-846B-4A4C-ABDD-98AA6255E66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E241-66A4-4B56-BE2B-0C831D941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85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BFBB-846B-4A4C-ABDD-98AA6255E66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E241-66A4-4B56-BE2B-0C831D941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783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BFBB-846B-4A4C-ABDD-98AA6255E66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E241-66A4-4B56-BE2B-0C831D941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493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BFBB-846B-4A4C-ABDD-98AA6255E66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E241-66A4-4B56-BE2B-0C831D9419C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88445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BFBB-846B-4A4C-ABDD-98AA6255E66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E241-66A4-4B56-BE2B-0C831D941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006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BFBB-846B-4A4C-ABDD-98AA6255E66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E241-66A4-4B56-BE2B-0C831D941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419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BFBB-846B-4A4C-ABDD-98AA6255E66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E241-66A4-4B56-BE2B-0C831D941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6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BFBB-846B-4A4C-ABDD-98AA6255E66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E241-66A4-4B56-BE2B-0C831D941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7613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BFBB-846B-4A4C-ABDD-98AA6255E66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FE241-66A4-4B56-BE2B-0C831D941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396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7A3BFBB-846B-4A4C-ABDD-98AA6255E66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3BFE241-66A4-4B56-BE2B-0C831D941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4469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 smtClean="0">
              <a:solidFill>
                <a:schemeClr val="tx1"/>
              </a:solidFill>
            </a:endParaRP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Power BI Introduction</a:t>
            </a:r>
          </a:p>
          <a:p>
            <a:r>
              <a:rPr lang="en-US" sz="2400" b="1" dirty="0" smtClean="0">
                <a:solidFill>
                  <a:schemeClr val="tx1"/>
                </a:solidFill>
              </a:rPr>
              <a:t>Power BI </a:t>
            </a:r>
            <a:r>
              <a:rPr lang="en-US" sz="2400" dirty="0" smtClean="0">
                <a:solidFill>
                  <a:schemeClr val="tx1"/>
                </a:solidFill>
              </a:rPr>
              <a:t>is a </a:t>
            </a:r>
            <a:r>
              <a:rPr lang="en-US" sz="2400" b="1" dirty="0" smtClean="0">
                <a:solidFill>
                  <a:schemeClr val="tx1"/>
                </a:solidFill>
              </a:rPr>
              <a:t>business intelligence and data visualization tool</a:t>
            </a:r>
            <a:r>
              <a:rPr lang="en-US" sz="2400" dirty="0" smtClean="0">
                <a:solidFill>
                  <a:schemeClr val="tx1"/>
                </a:solidFill>
              </a:rPr>
              <a:t> by Microsoft.</a:t>
            </a:r>
            <a:br>
              <a:rPr lang="en-US" sz="2400" dirty="0" smtClean="0">
                <a:solidFill>
                  <a:schemeClr val="tx1"/>
                </a:solidFill>
              </a:rPr>
            </a:br>
            <a:r>
              <a:rPr lang="en-US" sz="2400" dirty="0" smtClean="0">
                <a:solidFill>
                  <a:schemeClr val="tx1"/>
                </a:solidFill>
              </a:rPr>
              <a:t>It is used to </a:t>
            </a:r>
            <a:r>
              <a:rPr lang="en-US" sz="2400" b="1" dirty="0" smtClean="0">
                <a:solidFill>
                  <a:schemeClr val="tx1"/>
                </a:solidFill>
              </a:rPr>
              <a:t>analyze raw data and convert it into interactive dashboards and reports</a:t>
            </a:r>
            <a:r>
              <a:rPr lang="en-US" sz="2400" dirty="0" smtClean="0">
                <a:solidFill>
                  <a:schemeClr val="tx1"/>
                </a:solidFill>
              </a:rPr>
              <a:t> for better decision-making.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In Power BI, we mainly work with:</a:t>
            </a:r>
          </a:p>
          <a:p>
            <a:r>
              <a:rPr lang="en-US" sz="2400" b="1" dirty="0" smtClean="0">
                <a:solidFill>
                  <a:schemeClr val="tx1"/>
                </a:solidFill>
              </a:rPr>
              <a:t>Power BI Desktop</a:t>
            </a:r>
            <a:r>
              <a:rPr lang="en-US" sz="2400" dirty="0" smtClean="0">
                <a:solidFill>
                  <a:schemeClr val="tx1"/>
                </a:solidFill>
              </a:rPr>
              <a:t> – for data modeling, DAX, and report creation</a:t>
            </a:r>
          </a:p>
          <a:p>
            <a:r>
              <a:rPr lang="en-US" sz="2400" b="1" dirty="0" smtClean="0">
                <a:solidFill>
                  <a:schemeClr val="tx1"/>
                </a:solidFill>
              </a:rPr>
              <a:t>Power Query</a:t>
            </a:r>
            <a:r>
              <a:rPr lang="en-US" sz="2400" dirty="0" smtClean="0">
                <a:solidFill>
                  <a:schemeClr val="tx1"/>
                </a:solidFill>
              </a:rPr>
              <a:t> – for data cleaning and transformation (ETL)</a:t>
            </a:r>
          </a:p>
          <a:p>
            <a:r>
              <a:rPr lang="en-US" sz="2400" b="1" dirty="0" smtClean="0">
                <a:solidFill>
                  <a:schemeClr val="tx1"/>
                </a:solidFill>
              </a:rPr>
              <a:t>DAX (Data Analysis Expressions)</a:t>
            </a:r>
            <a:r>
              <a:rPr lang="en-US" sz="2400" dirty="0" smtClean="0">
                <a:solidFill>
                  <a:schemeClr val="tx1"/>
                </a:solidFill>
              </a:rPr>
              <a:t> – for calculations, measures, KPIs</a:t>
            </a:r>
          </a:p>
          <a:p>
            <a:r>
              <a:rPr lang="en-US" sz="2400" b="1" dirty="0" smtClean="0">
                <a:solidFill>
                  <a:schemeClr val="tx1"/>
                </a:solidFill>
              </a:rPr>
              <a:t>Visuals &amp; Dashboards</a:t>
            </a:r>
            <a:r>
              <a:rPr lang="en-US" sz="2400" dirty="0" smtClean="0">
                <a:solidFill>
                  <a:schemeClr val="tx1"/>
                </a:solidFill>
              </a:rPr>
              <a:t> – charts, tables, slicers, and filters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Power BI supports multiple data sources like </a:t>
            </a:r>
            <a:r>
              <a:rPr lang="en-US" sz="2400" b="1" dirty="0" smtClean="0">
                <a:solidFill>
                  <a:schemeClr val="tx1"/>
                </a:solidFill>
              </a:rPr>
              <a:t>Excel, SQL Server, CSV, and databases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  <a:br>
              <a:rPr lang="en-US" sz="2400" dirty="0" smtClean="0">
                <a:solidFill>
                  <a:schemeClr val="tx1"/>
                </a:solidFill>
              </a:rPr>
            </a:br>
            <a:r>
              <a:rPr lang="en-US" sz="2400" dirty="0" smtClean="0">
                <a:solidFill>
                  <a:schemeClr val="tx1"/>
                </a:solidFill>
              </a:rPr>
              <a:t>It helps businesses </a:t>
            </a:r>
            <a:r>
              <a:rPr lang="en-US" sz="2400" b="1" dirty="0" smtClean="0">
                <a:solidFill>
                  <a:schemeClr val="tx1"/>
                </a:solidFill>
              </a:rPr>
              <a:t>track performance, identify trends, and make data-driven decisions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</a:p>
          <a:p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943" y="5145313"/>
            <a:ext cx="3164114" cy="156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283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03199" y="1298573"/>
            <a:ext cx="11263085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 Done in This Power BI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and interactive Power BI sales dashboard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analyze retail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multiple visualizations including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 Charts, Bar Charts, Pie Chart, KPI Card, and Slicers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 at an overall level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a KPI card for quick business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brand-wise sales analysis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compare sales performance across brands such as Adidas, Nike, Puma, Reebok, and Under Armour.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Conducted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color-wise sales analysis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identify the most popular product colors.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category-wise sales distribution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understand product contribution across categories like Jacket, Dress, Shoes, Sweater, Jeans, and T-Shirt.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revenue (sum of price) by category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identify high-revenue product segments.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slicers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brand, category, color, and material to enable dynamic filtering and drill-down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the dashboard with a strong focus on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insights, comparison analysis, and decision-making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02969" y="478972"/>
            <a:ext cx="7663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📊 </a:t>
            </a:r>
            <a:r>
              <a:rPr lang="en-US" sz="2800" b="1" dirty="0" smtClean="0"/>
              <a:t>Product Sales </a:t>
            </a:r>
            <a:r>
              <a:rPr lang="en-US" sz="2800" b="1" dirty="0"/>
              <a:t>Analysis Dashboard (Power BI)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4718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94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57842" y="1329235"/>
            <a:ext cx="12077700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 Done in This Power BI Dashboard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a clean and well-structured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sales dashboard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analyze overall business performance.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multiple visualizations including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 Charts, Bar Charts, Pie/Donut Charts, KPI Cards, and Slicers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effective data representation.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Analyzed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 performance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KPI cards to provide a high-level business overview.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brand-wise sales analysis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identify the top-performing brand.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Conducted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category-wise and color-wise sales analysis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understand customer demand and product trends.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Evaluated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volume based on promotions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measure the impact of promotional activities.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Analyzed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by product positions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(Aisle, End-cap, Front of Store) to support retail merchandising decisions.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Compared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 and non-seasonal sales performance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identify seasonality patterns.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slicers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brand, category, color, material, and product name to enable dynamic and user-driven analysis.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the dashboard with a strong focus on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insights and data-driven decision-making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68977" y="500515"/>
            <a:ext cx="7968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📊 </a:t>
            </a:r>
            <a:r>
              <a:rPr lang="en-US" sz="2800" b="1" dirty="0"/>
              <a:t>Zara Sales Performance </a:t>
            </a:r>
            <a:r>
              <a:rPr lang="en-US" sz="2800" b="1" dirty="0" smtClean="0"/>
              <a:t>Dashboard (power BI)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56932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1999" cy="6981371"/>
          </a:xfrm>
        </p:spPr>
      </p:pic>
    </p:spTree>
    <p:extLst>
      <p:ext uri="{BB962C8B-B14F-4D97-AF65-F5344CB8AC3E}">
        <p14:creationId xmlns:p14="http://schemas.microsoft.com/office/powerpoint/2010/main" val="1699250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117</TotalTime>
  <Words>367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Corbel</vt:lpstr>
      <vt:lpstr>Wingdings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15</cp:revision>
  <dcterms:created xsi:type="dcterms:W3CDTF">2026-02-01T11:41:50Z</dcterms:created>
  <dcterms:modified xsi:type="dcterms:W3CDTF">2026-02-02T09:57:55Z</dcterms:modified>
</cp:coreProperties>
</file>